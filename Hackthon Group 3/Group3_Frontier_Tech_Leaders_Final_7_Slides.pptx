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ink/ink1.xml" ContentType="application/inkml+xml"/>
  <Override PartName="/ppt/ink/ink11.xml" ContentType="application/inkml+xml"/>
  <Override PartName="/ppt/ink/ink12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69" r:id="rId7"/>
    <p:sldId id="271" r:id="rId8"/>
    <p:sldId id="288" r:id="rId9"/>
    <p:sldId id="290" r:id="rId10"/>
    <p:sldId id="291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6"/>
    <p:restoredTop sz="94645"/>
  </p:normalViewPr>
  <p:slideViewPr>
    <p:cSldViewPr snapToGrid="0">
      <p:cViewPr varScale="1">
        <p:scale>
          <a:sx n="162" d="100"/>
          <a:sy n="162" d="100"/>
        </p:scale>
        <p:origin x="1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2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EDA NUR SARUHAN" userId="796a441a-389d-493a-b849-403485121362" providerId="ADAL" clId="{E289476B-979E-443D-BAB6-A57797CA7586}"/>
    <pc:docChg chg="addSld delSld modSld sldOrd">
      <pc:chgData name="EDA NUR SARUHAN" userId="796a441a-389d-493a-b849-403485121362" providerId="ADAL" clId="{E289476B-979E-443D-BAB6-A57797CA7586}" dt="2025-03-14T07:12:24.124" v="82" actId="47"/>
      <pc:docMkLst>
        <pc:docMk/>
      </pc:docMkLst>
      <pc:sldChg chg="del">
        <pc:chgData name="EDA NUR SARUHAN" userId="796a441a-389d-493a-b849-403485121362" providerId="ADAL" clId="{E289476B-979E-443D-BAB6-A57797CA7586}" dt="2025-03-14T07:12:16.116" v="81" actId="47"/>
        <pc:sldMkLst>
          <pc:docMk/>
          <pc:sldMk cId="0" sldId="258"/>
        </pc:sldMkLst>
      </pc:sldChg>
      <pc:sldChg chg="del">
        <pc:chgData name="EDA NUR SARUHAN" userId="796a441a-389d-493a-b849-403485121362" providerId="ADAL" clId="{E289476B-979E-443D-BAB6-A57797CA7586}" dt="2025-03-14T07:11:30.503" v="68" actId="47"/>
        <pc:sldMkLst>
          <pc:docMk/>
          <pc:sldMk cId="664534578" sldId="272"/>
        </pc:sldMkLst>
      </pc:sldChg>
      <pc:sldChg chg="del">
        <pc:chgData name="EDA NUR SARUHAN" userId="796a441a-389d-493a-b849-403485121362" providerId="ADAL" clId="{E289476B-979E-443D-BAB6-A57797CA7586}" dt="2025-03-14T07:11:32.701" v="70" actId="47"/>
        <pc:sldMkLst>
          <pc:docMk/>
          <pc:sldMk cId="3671019558" sldId="274"/>
        </pc:sldMkLst>
      </pc:sldChg>
      <pc:sldChg chg="del">
        <pc:chgData name="EDA NUR SARUHAN" userId="796a441a-389d-493a-b849-403485121362" providerId="ADAL" clId="{E289476B-979E-443D-BAB6-A57797CA7586}" dt="2025-03-14T07:11:33.710" v="71" actId="47"/>
        <pc:sldMkLst>
          <pc:docMk/>
          <pc:sldMk cId="3774262820" sldId="275"/>
        </pc:sldMkLst>
      </pc:sldChg>
      <pc:sldChg chg="del">
        <pc:chgData name="EDA NUR SARUHAN" userId="796a441a-389d-493a-b849-403485121362" providerId="ADAL" clId="{E289476B-979E-443D-BAB6-A57797CA7586}" dt="2025-03-14T07:11:35.834" v="72" actId="47"/>
        <pc:sldMkLst>
          <pc:docMk/>
          <pc:sldMk cId="1090383087" sldId="276"/>
        </pc:sldMkLst>
      </pc:sldChg>
      <pc:sldChg chg="del">
        <pc:chgData name="EDA NUR SARUHAN" userId="796a441a-389d-493a-b849-403485121362" providerId="ADAL" clId="{E289476B-979E-443D-BAB6-A57797CA7586}" dt="2025-03-14T07:12:14.089" v="80" actId="47"/>
        <pc:sldMkLst>
          <pc:docMk/>
          <pc:sldMk cId="2319431748" sldId="280"/>
        </pc:sldMkLst>
      </pc:sldChg>
      <pc:sldChg chg="del">
        <pc:chgData name="EDA NUR SARUHAN" userId="796a441a-389d-493a-b849-403485121362" providerId="ADAL" clId="{E289476B-979E-443D-BAB6-A57797CA7586}" dt="2025-03-14T07:11:29.492" v="67" actId="47"/>
        <pc:sldMkLst>
          <pc:docMk/>
          <pc:sldMk cId="3209889353" sldId="281"/>
        </pc:sldMkLst>
      </pc:sldChg>
      <pc:sldChg chg="del">
        <pc:chgData name="EDA NUR SARUHAN" userId="796a441a-389d-493a-b849-403485121362" providerId="ADAL" clId="{E289476B-979E-443D-BAB6-A57797CA7586}" dt="2025-03-14T07:11:31.459" v="69" actId="47"/>
        <pc:sldMkLst>
          <pc:docMk/>
          <pc:sldMk cId="4161134741" sldId="282"/>
        </pc:sldMkLst>
      </pc:sldChg>
      <pc:sldChg chg="del">
        <pc:chgData name="EDA NUR SARUHAN" userId="796a441a-389d-493a-b849-403485121362" providerId="ADAL" clId="{E289476B-979E-443D-BAB6-A57797CA7586}" dt="2025-03-14T07:11:41.159" v="74" actId="47"/>
        <pc:sldMkLst>
          <pc:docMk/>
          <pc:sldMk cId="3824939920" sldId="283"/>
        </pc:sldMkLst>
      </pc:sldChg>
      <pc:sldChg chg="del">
        <pc:chgData name="EDA NUR SARUHAN" userId="796a441a-389d-493a-b849-403485121362" providerId="ADAL" clId="{E289476B-979E-443D-BAB6-A57797CA7586}" dt="2025-03-14T07:12:24.124" v="82" actId="47"/>
        <pc:sldMkLst>
          <pc:docMk/>
          <pc:sldMk cId="2350826882" sldId="284"/>
        </pc:sldMkLst>
      </pc:sldChg>
      <pc:sldChg chg="del">
        <pc:chgData name="EDA NUR SARUHAN" userId="796a441a-389d-493a-b849-403485121362" providerId="ADAL" clId="{E289476B-979E-443D-BAB6-A57797CA7586}" dt="2025-03-14T07:11:37.455" v="73" actId="47"/>
        <pc:sldMkLst>
          <pc:docMk/>
          <pc:sldMk cId="1779530041" sldId="286"/>
        </pc:sldMkLst>
      </pc:sldChg>
      <pc:sldChg chg="del">
        <pc:chgData name="EDA NUR SARUHAN" userId="796a441a-389d-493a-b849-403485121362" providerId="ADAL" clId="{E289476B-979E-443D-BAB6-A57797CA7586}" dt="2025-03-14T07:11:44.661" v="75" actId="47"/>
        <pc:sldMkLst>
          <pc:docMk/>
          <pc:sldMk cId="3899215332" sldId="287"/>
        </pc:sldMkLst>
      </pc:sldChg>
      <pc:sldChg chg="modSp mod">
        <pc:chgData name="EDA NUR SARUHAN" userId="796a441a-389d-493a-b849-403485121362" providerId="ADAL" clId="{E289476B-979E-443D-BAB6-A57797CA7586}" dt="2025-03-14T07:10:38.017" v="16" actId="20577"/>
        <pc:sldMkLst>
          <pc:docMk/>
          <pc:sldMk cId="2792668569" sldId="288"/>
        </pc:sldMkLst>
        <pc:spChg chg="mod">
          <ac:chgData name="EDA NUR SARUHAN" userId="796a441a-389d-493a-b849-403485121362" providerId="ADAL" clId="{E289476B-979E-443D-BAB6-A57797CA7586}" dt="2025-03-14T07:10:38.017" v="16" actId="20577"/>
          <ac:spMkLst>
            <pc:docMk/>
            <pc:sldMk cId="2792668569" sldId="288"/>
            <ac:spMk id="490" creationId="{BF02BB99-8C9F-BCAB-3D9A-560E34AB8B93}"/>
          </ac:spMkLst>
        </pc:spChg>
        <pc:spChg chg="mod">
          <ac:chgData name="EDA NUR SARUHAN" userId="796a441a-389d-493a-b849-403485121362" providerId="ADAL" clId="{E289476B-979E-443D-BAB6-A57797CA7586}" dt="2025-03-14T07:10:24.798" v="15" actId="20577"/>
          <ac:spMkLst>
            <pc:docMk/>
            <pc:sldMk cId="2792668569" sldId="288"/>
            <ac:spMk id="493" creationId="{33F6C684-034E-6FED-A300-0383AD64D2A6}"/>
          </ac:spMkLst>
        </pc:spChg>
      </pc:sldChg>
      <pc:sldChg chg="modSp add mod">
        <pc:chgData name="EDA NUR SARUHAN" userId="796a441a-389d-493a-b849-403485121362" providerId="ADAL" clId="{E289476B-979E-443D-BAB6-A57797CA7586}" dt="2025-03-14T07:10:59.879" v="43" actId="20577"/>
        <pc:sldMkLst>
          <pc:docMk/>
          <pc:sldMk cId="2461165018" sldId="289"/>
        </pc:sldMkLst>
        <pc:spChg chg="mod">
          <ac:chgData name="EDA NUR SARUHAN" userId="796a441a-389d-493a-b849-403485121362" providerId="ADAL" clId="{E289476B-979E-443D-BAB6-A57797CA7586}" dt="2025-03-14T07:10:59.879" v="43" actId="20577"/>
          <ac:spMkLst>
            <pc:docMk/>
            <pc:sldMk cId="2461165018" sldId="289"/>
            <ac:spMk id="493" creationId="{7F6AF1D6-5E18-4D4A-AF2E-D4983F1F0FFE}"/>
          </ac:spMkLst>
        </pc:spChg>
      </pc:sldChg>
      <pc:sldChg chg="modSp add mod ord">
        <pc:chgData name="EDA NUR SARUHAN" userId="796a441a-389d-493a-b849-403485121362" providerId="ADAL" clId="{E289476B-979E-443D-BAB6-A57797CA7586}" dt="2025-03-14T07:11:53.151" v="79"/>
        <pc:sldMkLst>
          <pc:docMk/>
          <pc:sldMk cId="2960136619" sldId="290"/>
        </pc:sldMkLst>
        <pc:spChg chg="mod">
          <ac:chgData name="EDA NUR SARUHAN" userId="796a441a-389d-493a-b849-403485121362" providerId="ADAL" clId="{E289476B-979E-443D-BAB6-A57797CA7586}" dt="2025-03-14T07:11:11.856" v="52" actId="20577"/>
          <ac:spMkLst>
            <pc:docMk/>
            <pc:sldMk cId="2960136619" sldId="290"/>
            <ac:spMk id="493" creationId="{88C61DCD-7BA0-7AAE-DC7C-FDABF2A01618}"/>
          </ac:spMkLst>
        </pc:spChg>
      </pc:sldChg>
      <pc:sldChg chg="modSp add mod ord">
        <pc:chgData name="EDA NUR SARUHAN" userId="796a441a-389d-493a-b849-403485121362" providerId="ADAL" clId="{E289476B-979E-443D-BAB6-A57797CA7586}" dt="2025-03-14T07:11:50.085" v="77"/>
        <pc:sldMkLst>
          <pc:docMk/>
          <pc:sldMk cId="2245103886" sldId="291"/>
        </pc:sldMkLst>
        <pc:spChg chg="mod">
          <ac:chgData name="EDA NUR SARUHAN" userId="796a441a-389d-493a-b849-403485121362" providerId="ADAL" clId="{E289476B-979E-443D-BAB6-A57797CA7586}" dt="2025-03-14T07:11:22.790" v="66" actId="20577"/>
          <ac:spMkLst>
            <pc:docMk/>
            <pc:sldMk cId="2245103886" sldId="291"/>
            <ac:spMk id="493" creationId="{20A47334-EC8B-17F3-E79B-425BE02AC162}"/>
          </ac:spMkLst>
        </pc:spChg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  <pc:docChgLst>
    <pc:chgData name="EDA NUR SARUHAN" userId="796a441a-389d-493a-b849-403485121362" providerId="ADAL" clId="{A71DF7CA-E899-4FFC-B287-1FDD74E35F24}"/>
    <pc:docChg chg="addSld delSld modSld">
      <pc:chgData name="EDA NUR SARUHAN" userId="796a441a-389d-493a-b849-403485121362" providerId="ADAL" clId="{A71DF7CA-E899-4FFC-B287-1FDD74E35F24}" dt="2025-03-14T07:09:34.222" v="55" actId="2890"/>
      <pc:docMkLst>
        <pc:docMk/>
      </pc:docMkLst>
      <pc:sldChg chg="modSp mod">
        <pc:chgData name="EDA NUR SARUHAN" userId="796a441a-389d-493a-b849-403485121362" providerId="ADAL" clId="{A71DF7CA-E899-4FFC-B287-1FDD74E35F24}" dt="2025-03-14T07:05:40.524" v="23" actId="20577"/>
        <pc:sldMkLst>
          <pc:docMk/>
          <pc:sldMk cId="2903211234" sldId="269"/>
        </pc:sldMkLst>
        <pc:spChg chg="mod">
          <ac:chgData name="EDA NUR SARUHAN" userId="796a441a-389d-493a-b849-403485121362" providerId="ADAL" clId="{A71DF7CA-E899-4FFC-B287-1FDD74E35F24}" dt="2025-03-14T07:05:40.524" v="23" actId="20577"/>
          <ac:spMkLst>
            <pc:docMk/>
            <pc:sldMk cId="2903211234" sldId="269"/>
            <ac:spMk id="490" creationId="{00000000-0000-0000-0000-000000000000}"/>
          </ac:spMkLst>
        </pc:spChg>
        <pc:spChg chg="mod">
          <ac:chgData name="EDA NUR SARUHAN" userId="796a441a-389d-493a-b849-403485121362" providerId="ADAL" clId="{A71DF7CA-E899-4FFC-B287-1FDD74E35F24}" dt="2025-03-14T07:05:15.050" v="17" actId="20577"/>
          <ac:spMkLst>
            <pc:docMk/>
            <pc:sldMk cId="2903211234" sldId="269"/>
            <ac:spMk id="493" creationId="{00000000-0000-0000-0000-000000000000}"/>
          </ac:spMkLst>
        </pc:spChg>
      </pc:sldChg>
      <pc:sldChg chg="del">
        <pc:chgData name="EDA NUR SARUHAN" userId="796a441a-389d-493a-b849-403485121362" providerId="ADAL" clId="{A71DF7CA-E899-4FFC-B287-1FDD74E35F24}" dt="2025-03-14T07:05:42.548" v="24" actId="47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A71DF7CA-E899-4FFC-B287-1FDD74E35F24}" dt="2025-03-14T07:05:52.468" v="32" actId="20577"/>
        <pc:sldMkLst>
          <pc:docMk/>
          <pc:sldMk cId="1729379315" sldId="271"/>
        </pc:sldMkLst>
        <pc:spChg chg="mod">
          <ac:chgData name="EDA NUR SARUHAN" userId="796a441a-389d-493a-b849-403485121362" providerId="ADAL" clId="{A71DF7CA-E899-4FFC-B287-1FDD74E35F24}" dt="2025-03-14T07:05:52.468" v="32" actId="20577"/>
          <ac:spMkLst>
            <pc:docMk/>
            <pc:sldMk cId="1729379315" sldId="271"/>
            <ac:spMk id="490" creationId="{00000000-0000-0000-0000-000000000000}"/>
          </ac:spMkLst>
        </pc:spChg>
      </pc:sldChg>
      <pc:sldChg chg="modSp mod">
        <pc:chgData name="EDA NUR SARUHAN" userId="796a441a-389d-493a-b849-403485121362" providerId="ADAL" clId="{A71DF7CA-E899-4FFC-B287-1FDD74E35F24}" dt="2025-03-14T07:06:29.739" v="51" actId="20577"/>
        <pc:sldMkLst>
          <pc:docMk/>
          <pc:sldMk cId="664534578" sldId="272"/>
        </pc:sldMkLst>
        <pc:spChg chg="mod">
          <ac:chgData name="EDA NUR SARUHAN" userId="796a441a-389d-493a-b849-403485121362" providerId="ADAL" clId="{A71DF7CA-E899-4FFC-B287-1FDD74E35F24}" dt="2025-03-14T07:06:29.739" v="51" actId="20577"/>
          <ac:spMkLst>
            <pc:docMk/>
            <pc:sldMk cId="664534578" sldId="272"/>
            <ac:spMk id="493" creationId="{00000000-0000-0000-0000-000000000000}"/>
          </ac:spMkLst>
        </pc:spChg>
      </pc:sldChg>
      <pc:sldChg chg="del">
        <pc:chgData name="EDA NUR SARUHAN" userId="796a441a-389d-493a-b849-403485121362" providerId="ADAL" clId="{A71DF7CA-E899-4FFC-B287-1FDD74E35F24}" dt="2025-03-14T07:06:31.732" v="52" actId="47"/>
        <pc:sldMkLst>
          <pc:docMk/>
          <pc:sldMk cId="3284491021" sldId="273"/>
        </pc:sldMkLst>
      </pc:sldChg>
      <pc:sldChg chg="new del">
        <pc:chgData name="EDA NUR SARUHAN" userId="796a441a-389d-493a-b849-403485121362" providerId="ADAL" clId="{A71DF7CA-E899-4FFC-B287-1FDD74E35F24}" dt="2025-03-14T07:09:30.825" v="54" actId="47"/>
        <pc:sldMkLst>
          <pc:docMk/>
          <pc:sldMk cId="1671550466" sldId="288"/>
        </pc:sldMkLst>
      </pc:sldChg>
      <pc:sldChg chg="add">
        <pc:chgData name="EDA NUR SARUHAN" userId="796a441a-389d-493a-b849-403485121362" providerId="ADAL" clId="{A71DF7CA-E899-4FFC-B287-1FDD74E35F24}" dt="2025-03-14T07:09:34.222" v="55" actId="2890"/>
        <pc:sldMkLst>
          <pc:docMk/>
          <pc:sldMk cId="2792668569" sldId="288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CBDA-38E7-2292-7BB7-9FD50D68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CFC092C4-2400-849C-7B2E-21F64F679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A453172D-45F7-A0CC-0383-9652C4D6070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960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5F32-E3D2-66E5-EAE4-6DEC27C3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D4E67264-FCFF-BD8C-5F5D-31E39680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50C3A19E-57D6-9917-9DB3-2F08E0495EE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0340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23EC-1E82-3BAD-7C3D-281A48B3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536A8FE1-7887-15C1-0CD7-66C265BFC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EF755D1-5AF1-99C7-68EE-CB4C1ACDA9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212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e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customXml" Target="../ink/ink1.xml"/><Relationship Id="rId9" Type="http://schemas.openxmlformats.org/officeDocument/2006/relationships/image" Target="../media/image14.png"/><Relationship Id="rId10" Type="http://schemas.openxmlformats.org/officeDocument/2006/relationships/customXml" Target="../ink/ink2.xml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customXml" Target="../ink/ink3.xml"/><Relationship Id="rId9" Type="http://schemas.openxmlformats.org/officeDocument/2006/relationships/image" Target="../media/image14.png"/><Relationship Id="rId10" Type="http://schemas.openxmlformats.org/officeDocument/2006/relationships/customXml" Target="../ink/ink4.xml"/><Relationship Id="rId11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customXml" Target="../ink/ink5.xml"/><Relationship Id="rId9" Type="http://schemas.openxmlformats.org/officeDocument/2006/relationships/image" Target="../media/image18.png"/><Relationship Id="rId10" Type="http://schemas.openxmlformats.org/officeDocument/2006/relationships/customXml" Target="../ink/ink6.xml"/><Relationship Id="rId11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customXml" Target="../ink/ink7.xml"/><Relationship Id="rId9" Type="http://schemas.openxmlformats.org/officeDocument/2006/relationships/image" Target="../media/image15.png"/><Relationship Id="rId10" Type="http://schemas.openxmlformats.org/officeDocument/2006/relationships/customXml" Target="../ink/ink8.xml"/><Relationship Id="rId11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customXml" Target="../ink/ink11.xml"/><Relationship Id="rId9" Type="http://schemas.openxmlformats.org/officeDocument/2006/relationships/image" Target="../media/image15.png"/><Relationship Id="rId10" Type="http://schemas.openxmlformats.org/officeDocument/2006/relationships/customXml" Target="../ink/ink12.xml"/><Relationship Id="rId1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7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8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24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t>Assessing the Interplay Between</a:t>
            </a:r>
            <a:br/>
            <a:r>
              <a:t>Forestry Dynamics and Climate Change in Syria</a:t>
            </a:r>
            <a:endParaRPr lang="en-US" b="1" dirty="0">
              <a:latin typeface="Microsoft YaHei"/>
            </a:endParaRPr>
          </a:p>
        </p:txBody>
      </p:sp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1FAF37B5-824E-C866-C884-30F616931770}"/>
              </a:ext>
            </a:extLst>
          </p:cNvPr>
          <p:cNvSpPr txBox="1"/>
          <p:nvPr/>
        </p:nvSpPr>
        <p:spPr>
          <a:xfrm>
            <a:off x="6485219" y="5015511"/>
            <a:ext cx="3606113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2500">
                <a:solidFill>
                  <a:srgbClr val="26225B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t>Group Three (3)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7276858" y="3120946"/>
            <a:ext cx="4345976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457200">
              <a:defRPr sz="2300">
                <a:solidFill>
                  <a:srgbClr val="26225B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t>Project / Group number</a:t>
            </a:r>
            <a:endParaRPr lang="tr-TR" sz="2400" b="1" dirty="0">
              <a:solidFill>
                <a:schemeClr val="bg1"/>
              </a:solidFill>
              <a:latin typeface="Microsoft YaHei"/>
            </a:endParaRPr>
          </a:p>
          <a:p>
            <a:pPr>
              <a:defRPr sz="2000">
                <a:solidFill>
                  <a:srgbClr val="26225B"/>
                </a:solidFill>
                <a:latin typeface="Myriad Pro Semibold"/>
              </a:defRPr>
            </a:pPr>
            <a:r>
              <a:t>Group Three (3)</a:t>
            </a:r>
          </a:p>
          <a:p>
            <a:pPr>
              <a:defRPr sz="2100">
                <a:solidFill>
                  <a:srgbClr val="26225B"/>
                </a:solidFill>
                <a:latin typeface="Myriad Pro Semibold"/>
              </a:defRPr>
            </a:pPr>
            <a:r>
              <a:t>Research Question</a:t>
            </a:r>
          </a:p>
          <a:p>
            <a:pPr>
              <a:defRPr sz="1400">
                <a:solidFill>
                  <a:srgbClr val="26225B"/>
                </a:solidFill>
                <a:latin typeface="Merriweather Sans Light"/>
              </a:defRPr>
            </a:pPr>
            <a:r>
              <a:t>To what extent do historical changes in Syria’s forest cover and forestry emissions (1990–2025) correlate with long-term trends in regional temperature and precipitation?</a:t>
            </a:r>
          </a:p>
          <a:p>
            <a:pPr>
              <a:defRPr sz="1300">
                <a:solidFill>
                  <a:srgbClr val="26225B"/>
                </a:solidFill>
                <a:latin typeface="Merriweather Sans Light"/>
              </a:defRPr>
            </a:pPr>
            <a:r>
              <a:t>Datasets: CRU TS v4.0x climate timeseries + FAOSTAT forestry, land cover, land use and forest emissions.</a:t>
            </a: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400">
                <a:solidFill>
                  <a:srgbClr val="26225B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t>Background &amp; Objective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494" name="TextBox 493"/>
          <p:cNvSpPr txBox="1"/>
          <p:nvPr/>
        </p:nvSpPr>
        <p:spPr>
          <a:xfrm>
            <a:off x="777240" y="2743200"/>
            <a:ext cx="10241280" cy="3200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Syria has experienced climatic shifts together with environmental pressures and land-use transitions.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Changes in forest cover and tree-covered areas affect carbon sink capacities and localized climate resilience.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The project examines forest land cover, tree canopy area, forestry emissions, temperature and precipitation from 1990–2025.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Objective: integrate CRU climate timeseries with FAOSTAT forestry and land-use datasets to investigate their historical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400">
                <a:solidFill>
                  <a:srgbClr val="26225B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t>SDG 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494" name="TextBox 493"/>
          <p:cNvSpPr txBox="1"/>
          <p:nvPr/>
        </p:nvSpPr>
        <p:spPr>
          <a:xfrm>
            <a:off x="777240" y="2743200"/>
            <a:ext cx="10241280" cy="3200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225B"/>
                </a:solidFill>
                <a:latin typeface="Merriweather Sans Light"/>
              </a:defRPr>
            </a:pPr>
            <a:r>
              <a:t>• Supports climate action by using climate data to understand long-term environmental change.</a:t>
            </a:r>
          </a:p>
          <a:p>
            <a:pPr>
              <a:spcAft>
                <a:spcPts val="900"/>
              </a:spcAft>
              <a:defRPr sz="1800">
                <a:solidFill>
                  <a:srgbClr val="26225B"/>
                </a:solidFill>
                <a:latin typeface="Merriweather Sans Light"/>
              </a:defRPr>
            </a:pPr>
            <a:r>
              <a:t>• Supports sustainable management of terrestrial ecosystems by focusing on forests, forest cover and forestry emissions.</a:t>
            </a:r>
          </a:p>
          <a:p>
            <a:pPr>
              <a:spcAft>
                <a:spcPts val="900"/>
              </a:spcAft>
              <a:defRPr sz="1800">
                <a:solidFill>
                  <a:srgbClr val="26225B"/>
                </a:solidFill>
                <a:latin typeface="Merriweather Sans Light"/>
              </a:defRPr>
            </a:pPr>
            <a:r>
              <a:t>• Provides a data-based foundation for environmental sustainability and climate resilience in Syria.</a:t>
            </a:r>
          </a:p>
        </p:txBody>
      </p:sp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589D-BFA9-DC28-CD21-0A80D451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02BB99-8C9F-BCAB-3D9A-560E34AB8B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F5D7A6E6-BA73-BF88-C971-6054B1B36E49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3F6C684-034E-6FED-A300-0383AD64D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400">
                <a:solidFill>
                  <a:srgbClr val="26225B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t>Solution / Project Element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2BFFAFE6-8025-D397-1820-4D745139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5E61ACF-C96E-1DE8-51BB-CABD8DF84831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F3292B94-A82A-3AF0-8B48-6546AD994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E429222-7844-BC93-D318-B1B60E37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F34616AC-880F-7D82-B112-F6EDF3C1F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6958FC0-8788-9126-81D1-5EE445AD0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F5FD8623-9E2A-B037-7502-678A5C256722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494" name="TextBox 493"/>
          <p:cNvSpPr txBox="1"/>
          <p:nvPr/>
        </p:nvSpPr>
        <p:spPr>
          <a:xfrm>
            <a:off x="777240" y="2743200"/>
            <a:ext cx="10241280" cy="3200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A Python-based data analysis approach for forestry and climate information.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Integrates CRU temperature and precipitation timeseries with FAOSTAT forestry, land-cover, land-use and forest-emissions data.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Uses statistical analysis and visualisation to investigate relationships between forestry dynamics and climate parameters.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Intended to support evidence-based environmental monitoring and future climate-related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7926685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D444-50E5-9338-DEE6-CDE0E34E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DF07D337-A45F-1133-A780-DE05A356C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A0D461FF-1DE2-CEC4-29BA-2CD1411DBCED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88C61DCD-7BA0-7AAE-DC7C-FDABF2A01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400">
                <a:solidFill>
                  <a:srgbClr val="26225B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t>RoadMap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B34757EF-93C8-6161-6313-16E0ABB78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C2474FC-DFEE-9C3B-E07A-8C4B4926380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C75E2966-C007-BD6A-4414-7D2183874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729EE49-7476-42BC-2072-ECA81805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30DE75CB-3F36-425D-BA29-3D2EDA97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81687006-2E5E-C4FE-151A-A3207411F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05E120B9-AAB7-7CB2-01CD-F183048AFE41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494" name="TextBox 493"/>
          <p:cNvSpPr txBox="1"/>
          <p:nvPr/>
        </p:nvSpPr>
        <p:spPr>
          <a:xfrm>
            <a:off x="777240" y="2743200"/>
            <a:ext cx="10241280" cy="3200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1. Define the forestry and climate challenge in Syria.</a:t>
            </a:r>
          </a:p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2. Collect CRU and FAOSTAT datasets.</a:t>
            </a:r>
          </a:p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3. Import, inspect and prepare the data using Python.</a:t>
            </a:r>
          </a:p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4. Analyse forestry and climate variables and their relationships.</a:t>
            </a:r>
          </a:p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5. Create time-series visualisations and statistical outputs.</a:t>
            </a:r>
          </a:p>
          <a:p>
            <a:pPr>
              <a:spcAft>
                <a:spcPts val="900"/>
              </a:spcAft>
              <a:defRPr sz="1700">
                <a:solidFill>
                  <a:srgbClr val="26225B"/>
                </a:solidFill>
                <a:latin typeface="Merriweather Sans Light"/>
              </a:defRPr>
            </a:pPr>
            <a:r>
              <a:t>6. Interpret findings and develop the proposed project impact and next steps.</a:t>
            </a:r>
          </a:p>
        </p:txBody>
      </p:sp>
    </p:spTree>
    <p:extLst>
      <p:ext uri="{BB962C8B-B14F-4D97-AF65-F5344CB8AC3E}">
        <p14:creationId xmlns:p14="http://schemas.microsoft.com/office/powerpoint/2010/main" val="296013661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7930-90D2-9289-D4D9-BB4BAC87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1635224B-9D32-87FA-6132-ADD195AE7D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85B8BBAC-72D1-DF3E-5111-6EB75F80A6C6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0A47334-EC8B-17F3-E79B-425BE02AC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400">
                <a:solidFill>
                  <a:srgbClr val="26225B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t>Project Impact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A7A18A68-F864-C8D1-67C0-8D37C6E1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98269FE-2A8A-9087-E615-63382BE0A29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31C22BB9-34C0-07E2-7FDE-B1257015B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AF213147-4B6E-0082-EF64-AB91E9B3F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C104A46-A65E-C2AB-330A-D701E6206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1CA36C4F-D22C-E707-D8CF-12B119B2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28BDD42-F534-E73F-9F55-0D613948DAA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494" name="TextBox 493"/>
          <p:cNvSpPr txBox="1"/>
          <p:nvPr/>
        </p:nvSpPr>
        <p:spPr>
          <a:xfrm>
            <a:off x="777240" y="2743200"/>
            <a:ext cx="10241280" cy="32004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Provides a structured way to examine forestry dynamics alongside long-term climate variations in Syria.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Can support environmental monitoring and a clearer understanding of forest–climate interactions.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Conclusion: the project uses Python and integrated climate/forestry datasets to investigate the research question over 1990–2025.</a:t>
            </a:r>
          </a:p>
          <a:p>
            <a:pPr>
              <a:spcAft>
                <a:spcPts val="900"/>
              </a:spcAft>
              <a:defRPr sz="1650">
                <a:solidFill>
                  <a:srgbClr val="26225B"/>
                </a:solidFill>
                <a:latin typeface="Merriweather Sans Light"/>
              </a:defRPr>
            </a:pPr>
            <a:r>
              <a:t>• Future work: extend the analysis with additional forestry and climate indicators and develop a more comprehensive monitoring or decision-support system.</a:t>
            </a:r>
          </a:p>
        </p:txBody>
      </p:sp>
    </p:spTree>
    <p:extLst>
      <p:ext uri="{BB962C8B-B14F-4D97-AF65-F5344CB8AC3E}">
        <p14:creationId xmlns:p14="http://schemas.microsoft.com/office/powerpoint/2010/main" val="22451038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708245-87D3-4681-A12F-8891E23D5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59e846-8b77-4076-b7b3-191dee427045"/>
    <ds:schemaRef ds:uri="97847797-b717-4ffb-b5fd-2a237f853c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</Words>
  <Application>Microsoft Macintosh PowerPoint</Application>
  <PresentationFormat>Widescreen</PresentationFormat>
  <Paragraphs>22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frontiertech</vt:lpstr>
      <vt:lpstr>PowerPoint Presentation</vt:lpstr>
      <vt:lpstr>PowerPoint Presentation</vt:lpstr>
      <vt:lpstr>Background &amp; Objective</vt:lpstr>
      <vt:lpstr>SDG Relation</vt:lpstr>
      <vt:lpstr>Solution / Project Element</vt:lpstr>
      <vt:lpstr>RoadMap</vt:lpstr>
      <vt:lpstr>Project Development</vt:lpstr>
      <vt:lpstr>Project Impact</vt:lpstr>
      <vt:lpstr>Conclusion and Futurework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Cristovao Cacombe</cp:lastModifiedBy>
  <cp:revision>16</cp:revision>
  <dcterms:modified xsi:type="dcterms:W3CDTF">2026-09-28T17:08:54Z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